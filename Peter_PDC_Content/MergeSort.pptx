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98" r:id="rId4"/>
    <p:sldId id="353" r:id="rId5"/>
    <p:sldId id="344" r:id="rId6"/>
    <p:sldId id="346" r:id="rId7"/>
    <p:sldId id="345" r:id="rId8"/>
    <p:sldId id="350" r:id="rId9"/>
    <p:sldId id="352" r:id="rId10"/>
    <p:sldId id="351" r:id="rId11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ter Maher" initials="PM" lastIdx="1" clrIdx="0">
    <p:extLst>
      <p:ext uri="{19B8F6BF-5375-455C-9EA6-DF929625EA0E}">
        <p15:presenceInfo xmlns:p15="http://schemas.microsoft.com/office/powerpoint/2012/main" userId="S-1-5-21-309729832-4271475218-4028734880-33817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DF031E-D297-4AD2-AB98-6489C0E94D2E}" v="2" dt="2026-10-16T21:15:23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2872" autoAdjust="0"/>
  </p:normalViewPr>
  <p:slideViewPr>
    <p:cSldViewPr snapToGrid="0">
      <p:cViewPr varScale="1">
        <p:scale>
          <a:sx n="92" d="100"/>
          <a:sy n="92" d="100"/>
        </p:scale>
        <p:origin x="10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Maher" userId="3902fb71-057a-4fd2-b609-84cb1596fd1b" providerId="ADAL" clId="{969208F5-34AA-486E-9531-5CD26A76C571}"/>
    <pc:docChg chg="undo custSel addSld delSld modSld sldOrd">
      <pc:chgData name="Peter Maher" userId="3902fb71-057a-4fd2-b609-84cb1596fd1b" providerId="ADAL" clId="{969208F5-34AA-486E-9531-5CD26A76C571}" dt="2026-10-16T21:53:31.777" v="2757" actId="20577"/>
      <pc:docMkLst>
        <pc:docMk/>
      </pc:docMkLst>
      <pc:sldChg chg="modSp mod">
        <pc:chgData name="Peter Maher" userId="3902fb71-057a-4fd2-b609-84cb1596fd1b" providerId="ADAL" clId="{969208F5-34AA-486E-9531-5CD26A76C571}" dt="2026-10-16T21:22:17.893" v="1501" actId="20577"/>
        <pc:sldMkLst>
          <pc:docMk/>
          <pc:sldMk cId="247061293" sldId="257"/>
        </pc:sldMkLst>
        <pc:spChg chg="mod">
          <ac:chgData name="Peter Maher" userId="3902fb71-057a-4fd2-b609-84cb1596fd1b" providerId="ADAL" clId="{969208F5-34AA-486E-9531-5CD26A76C571}" dt="2026-10-16T21:22:17.893" v="1501" actId="20577"/>
          <ac:spMkLst>
            <pc:docMk/>
            <pc:sldMk cId="247061293" sldId="257"/>
            <ac:spMk id="3" creationId="{AF9E4B6A-A809-4553-9223-813B392ADCB2}"/>
          </ac:spMkLst>
        </pc:spChg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2343953724" sldId="258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1586749308" sldId="259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2362999954" sldId="260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1993923678" sldId="261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3840777400" sldId="262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1665626391" sldId="263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4163641729" sldId="264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89430905" sldId="265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3100702322" sldId="266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1954127709" sldId="267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4093599206" sldId="268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2753888667" sldId="269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817902383" sldId="270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3502790058" sldId="271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3924125507" sldId="272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642430862" sldId="273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1054991871" sldId="274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3447988775" sldId="275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187675695" sldId="276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3204670445" sldId="277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2926148019" sldId="278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1698931171" sldId="279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714452319" sldId="281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4281759377" sldId="282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2533571175" sldId="283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1316736006" sldId="291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2914317801" sldId="292"/>
        </pc:sldMkLst>
      </pc:sldChg>
      <pc:sldChg chg="del">
        <pc:chgData name="Peter Maher" userId="3902fb71-057a-4fd2-b609-84cb1596fd1b" providerId="ADAL" clId="{969208F5-34AA-486E-9531-5CD26A76C571}" dt="2026-10-16T20:44:39.342" v="15" actId="47"/>
        <pc:sldMkLst>
          <pc:docMk/>
          <pc:sldMk cId="449781432" sldId="296"/>
        </pc:sldMkLst>
      </pc:sldChg>
      <pc:sldChg chg="del">
        <pc:chgData name="Peter Maher" userId="3902fb71-057a-4fd2-b609-84cb1596fd1b" providerId="ADAL" clId="{969208F5-34AA-486E-9531-5CD26A76C571}" dt="2026-10-16T20:44:39.342" v="15" actId="47"/>
        <pc:sldMkLst>
          <pc:docMk/>
          <pc:sldMk cId="1574878913" sldId="297"/>
        </pc:sldMkLst>
      </pc:sldChg>
      <pc:sldChg chg="modSp mod">
        <pc:chgData name="Peter Maher" userId="3902fb71-057a-4fd2-b609-84cb1596fd1b" providerId="ADAL" clId="{969208F5-34AA-486E-9531-5CD26A76C571}" dt="2026-10-16T21:25:10.006" v="1571" actId="313"/>
        <pc:sldMkLst>
          <pc:docMk/>
          <pc:sldMk cId="1910315822" sldId="298"/>
        </pc:sldMkLst>
        <pc:spChg chg="mod">
          <ac:chgData name="Peter Maher" userId="3902fb71-057a-4fd2-b609-84cb1596fd1b" providerId="ADAL" clId="{969208F5-34AA-486E-9531-5CD26A76C571}" dt="2026-10-16T21:25:10.006" v="1571" actId="313"/>
          <ac:spMkLst>
            <pc:docMk/>
            <pc:sldMk cId="1910315822" sldId="298"/>
            <ac:spMk id="3" creationId="{6EE65484-7174-4AD4-867A-066D9855F0EB}"/>
          </ac:spMkLst>
        </pc:spChg>
      </pc:sldChg>
      <pc:sldChg chg="del">
        <pc:chgData name="Peter Maher" userId="3902fb71-057a-4fd2-b609-84cb1596fd1b" providerId="ADAL" clId="{969208F5-34AA-486E-9531-5CD26A76C571}" dt="2026-10-16T21:22:59.480" v="1511" actId="47"/>
        <pc:sldMkLst>
          <pc:docMk/>
          <pc:sldMk cId="3944395955" sldId="299"/>
        </pc:sldMkLst>
      </pc:sldChg>
      <pc:sldChg chg="del">
        <pc:chgData name="Peter Maher" userId="3902fb71-057a-4fd2-b609-84cb1596fd1b" providerId="ADAL" clId="{969208F5-34AA-486E-9531-5CD26A76C571}" dt="2026-10-16T21:23:00.894" v="1512" actId="47"/>
        <pc:sldMkLst>
          <pc:docMk/>
          <pc:sldMk cId="165492800" sldId="300"/>
        </pc:sldMkLst>
      </pc:sldChg>
      <pc:sldChg chg="del">
        <pc:chgData name="Peter Maher" userId="3902fb71-057a-4fd2-b609-84cb1596fd1b" providerId="ADAL" clId="{969208F5-34AA-486E-9531-5CD26A76C571}" dt="2026-10-16T21:22:34.867" v="1502" actId="47"/>
        <pc:sldMkLst>
          <pc:docMk/>
          <pc:sldMk cId="4271616024" sldId="301"/>
        </pc:sldMkLst>
      </pc:sldChg>
      <pc:sldChg chg="del">
        <pc:chgData name="Peter Maher" userId="3902fb71-057a-4fd2-b609-84cb1596fd1b" providerId="ADAL" clId="{969208F5-34AA-486E-9531-5CD26A76C571}" dt="2026-10-16T21:22:57.836" v="1510" actId="47"/>
        <pc:sldMkLst>
          <pc:docMk/>
          <pc:sldMk cId="71522701" sldId="302"/>
        </pc:sldMkLst>
      </pc:sldChg>
      <pc:sldChg chg="del">
        <pc:chgData name="Peter Maher" userId="3902fb71-057a-4fd2-b609-84cb1596fd1b" providerId="ADAL" clId="{969208F5-34AA-486E-9531-5CD26A76C571}" dt="2026-10-16T21:18:30.549" v="1415" actId="47"/>
        <pc:sldMkLst>
          <pc:docMk/>
          <pc:sldMk cId="1338522456" sldId="303"/>
        </pc:sldMkLst>
      </pc:sldChg>
      <pc:sldChg chg="del">
        <pc:chgData name="Peter Maher" userId="3902fb71-057a-4fd2-b609-84cb1596fd1b" providerId="ADAL" clId="{969208F5-34AA-486E-9531-5CD26A76C571}" dt="2026-10-16T21:18:33.094" v="1416" actId="47"/>
        <pc:sldMkLst>
          <pc:docMk/>
          <pc:sldMk cId="2101571055" sldId="304"/>
        </pc:sldMkLst>
      </pc:sldChg>
      <pc:sldChg chg="addSp delSp modSp del mod">
        <pc:chgData name="Peter Maher" userId="3902fb71-057a-4fd2-b609-84cb1596fd1b" providerId="ADAL" clId="{969208F5-34AA-486E-9531-5CD26A76C571}" dt="2026-10-16T21:18:35.402" v="1417" actId="47"/>
        <pc:sldMkLst>
          <pc:docMk/>
          <pc:sldMk cId="3210379015" sldId="305"/>
        </pc:sldMkLst>
        <pc:spChg chg="del">
          <ac:chgData name="Peter Maher" userId="3902fb71-057a-4fd2-b609-84cb1596fd1b" providerId="ADAL" clId="{969208F5-34AA-486E-9531-5CD26A76C571}" dt="2026-10-16T20:42:27.699" v="1" actId="478"/>
          <ac:spMkLst>
            <pc:docMk/>
            <pc:sldMk cId="3210379015" sldId="305"/>
            <ac:spMk id="2" creationId="{7C255D12-8687-46B2-A3A4-65E32803A715}"/>
          </ac:spMkLst>
        </pc:spChg>
        <pc:spChg chg="mod">
          <ac:chgData name="Peter Maher" userId="3902fb71-057a-4fd2-b609-84cb1596fd1b" providerId="ADAL" clId="{969208F5-34AA-486E-9531-5CD26A76C571}" dt="2026-10-16T20:43:09.638" v="11" actId="20577"/>
          <ac:spMkLst>
            <pc:docMk/>
            <pc:sldMk cId="3210379015" sldId="305"/>
            <ac:spMk id="3" creationId="{279422D9-5147-485E-9CAA-5FBE882F31BE}"/>
          </ac:spMkLst>
        </pc:spChg>
        <pc:spChg chg="add del mod">
          <ac:chgData name="Peter Maher" userId="3902fb71-057a-4fd2-b609-84cb1596fd1b" providerId="ADAL" clId="{969208F5-34AA-486E-9531-5CD26A76C571}" dt="2026-10-16T20:42:29.814" v="2" actId="478"/>
          <ac:spMkLst>
            <pc:docMk/>
            <pc:sldMk cId="3210379015" sldId="305"/>
            <ac:spMk id="5" creationId="{118FCBFB-700B-7CF5-2811-19A5DF127489}"/>
          </ac:spMkLst>
        </pc:spChg>
      </pc:sldChg>
      <pc:sldChg chg="del">
        <pc:chgData name="Peter Maher" userId="3902fb71-057a-4fd2-b609-84cb1596fd1b" providerId="ADAL" clId="{969208F5-34AA-486E-9531-5CD26A76C571}" dt="2026-10-16T20:43:14.500" v="12" actId="47"/>
        <pc:sldMkLst>
          <pc:docMk/>
          <pc:sldMk cId="1827294483" sldId="306"/>
        </pc:sldMkLst>
      </pc:sldChg>
      <pc:sldChg chg="del">
        <pc:chgData name="Peter Maher" userId="3902fb71-057a-4fd2-b609-84cb1596fd1b" providerId="ADAL" clId="{969208F5-34AA-486E-9531-5CD26A76C571}" dt="2026-10-16T21:22:36.499" v="1503" actId="47"/>
        <pc:sldMkLst>
          <pc:docMk/>
          <pc:sldMk cId="1818991289" sldId="307"/>
        </pc:sldMkLst>
      </pc:sldChg>
      <pc:sldChg chg="del">
        <pc:chgData name="Peter Maher" userId="3902fb71-057a-4fd2-b609-84cb1596fd1b" providerId="ADAL" clId="{969208F5-34AA-486E-9531-5CD26A76C571}" dt="2026-10-16T21:22:37.765" v="1504" actId="47"/>
        <pc:sldMkLst>
          <pc:docMk/>
          <pc:sldMk cId="1608669146" sldId="308"/>
        </pc:sldMkLst>
      </pc:sldChg>
      <pc:sldChg chg="del">
        <pc:chgData name="Peter Maher" userId="3902fb71-057a-4fd2-b609-84cb1596fd1b" providerId="ADAL" clId="{969208F5-34AA-486E-9531-5CD26A76C571}" dt="2026-10-16T21:22:39.050" v="1505" actId="47"/>
        <pc:sldMkLst>
          <pc:docMk/>
          <pc:sldMk cId="2843517927" sldId="309"/>
        </pc:sldMkLst>
      </pc:sldChg>
      <pc:sldChg chg="del">
        <pc:chgData name="Peter Maher" userId="3902fb71-057a-4fd2-b609-84cb1596fd1b" providerId="ADAL" clId="{969208F5-34AA-486E-9531-5CD26A76C571}" dt="2026-10-16T21:22:40.178" v="1506" actId="47"/>
        <pc:sldMkLst>
          <pc:docMk/>
          <pc:sldMk cId="4063358914" sldId="310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184014811" sldId="312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2521181116" sldId="313"/>
        </pc:sldMkLst>
      </pc:sldChg>
      <pc:sldChg chg="del">
        <pc:chgData name="Peter Maher" userId="3902fb71-057a-4fd2-b609-84cb1596fd1b" providerId="ADAL" clId="{969208F5-34AA-486E-9531-5CD26A76C571}" dt="2026-10-16T20:41:09.566" v="0" actId="47"/>
        <pc:sldMkLst>
          <pc:docMk/>
          <pc:sldMk cId="1159083670" sldId="314"/>
        </pc:sldMkLst>
      </pc:sldChg>
      <pc:sldChg chg="del">
        <pc:chgData name="Peter Maher" userId="3902fb71-057a-4fd2-b609-84cb1596fd1b" providerId="ADAL" clId="{969208F5-34AA-486E-9531-5CD26A76C571}" dt="2026-10-16T21:22:46.943" v="1507" actId="47"/>
        <pc:sldMkLst>
          <pc:docMk/>
          <pc:sldMk cId="686672651" sldId="316"/>
        </pc:sldMkLst>
      </pc:sldChg>
      <pc:sldChg chg="del">
        <pc:chgData name="Peter Maher" userId="3902fb71-057a-4fd2-b609-84cb1596fd1b" providerId="ADAL" clId="{969208F5-34AA-486E-9531-5CD26A76C571}" dt="2026-10-16T21:22:50.292" v="1508" actId="47"/>
        <pc:sldMkLst>
          <pc:docMk/>
          <pc:sldMk cId="313579165" sldId="317"/>
        </pc:sldMkLst>
      </pc:sldChg>
      <pc:sldChg chg="del">
        <pc:chgData name="Peter Maher" userId="3902fb71-057a-4fd2-b609-84cb1596fd1b" providerId="ADAL" clId="{969208F5-34AA-486E-9531-5CD26A76C571}" dt="2026-10-16T21:22:52.046" v="1509" actId="47"/>
        <pc:sldMkLst>
          <pc:docMk/>
          <pc:sldMk cId="2432681400" sldId="319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3090955750" sldId="321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1236956654" sldId="322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1258998093" sldId="323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217470223" sldId="325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2822386342" sldId="326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3975281605" sldId="327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3377265603" sldId="328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4014599857" sldId="329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726261471" sldId="330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1396169203" sldId="331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1141950526" sldId="332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2757547931" sldId="333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4195548921" sldId="334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631542763" sldId="335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2398302631" sldId="336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3975722229" sldId="337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6626692" sldId="338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3851675653" sldId="339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1208270378" sldId="341"/>
        </pc:sldMkLst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833660227" sldId="342"/>
        </pc:sldMkLst>
      </pc:sldChg>
      <pc:sldChg chg="del">
        <pc:chgData name="Peter Maher" userId="3902fb71-057a-4fd2-b609-84cb1596fd1b" providerId="ADAL" clId="{969208F5-34AA-486E-9531-5CD26A76C571}" dt="2026-10-16T20:44:23.535" v="14" actId="47"/>
        <pc:sldMkLst>
          <pc:docMk/>
          <pc:sldMk cId="1433588945" sldId="343"/>
        </pc:sldMkLst>
      </pc:sldChg>
      <pc:sldChg chg="modSp mod">
        <pc:chgData name="Peter Maher" userId="3902fb71-057a-4fd2-b609-84cb1596fd1b" providerId="ADAL" clId="{969208F5-34AA-486E-9531-5CD26A76C571}" dt="2026-10-16T21:31:31.457" v="2078" actId="20577"/>
        <pc:sldMkLst>
          <pc:docMk/>
          <pc:sldMk cId="1682612820" sldId="344"/>
        </pc:sldMkLst>
        <pc:spChg chg="mod">
          <ac:chgData name="Peter Maher" userId="3902fb71-057a-4fd2-b609-84cb1596fd1b" providerId="ADAL" clId="{969208F5-34AA-486E-9531-5CD26A76C571}" dt="2026-10-16T21:28:53.761" v="1943" actId="20577"/>
          <ac:spMkLst>
            <pc:docMk/>
            <pc:sldMk cId="1682612820" sldId="344"/>
            <ac:spMk id="2" creationId="{FDA9532A-A2A4-4C0D-A73F-C35280D01EFD}"/>
          </ac:spMkLst>
        </pc:spChg>
        <pc:spChg chg="mod">
          <ac:chgData name="Peter Maher" userId="3902fb71-057a-4fd2-b609-84cb1596fd1b" providerId="ADAL" clId="{969208F5-34AA-486E-9531-5CD26A76C571}" dt="2026-10-16T21:31:31.457" v="2078" actId="20577"/>
          <ac:spMkLst>
            <pc:docMk/>
            <pc:sldMk cId="1682612820" sldId="344"/>
            <ac:spMk id="3" creationId="{0F3C2CAD-2942-4797-AC86-2663A23881B1}"/>
          </ac:spMkLst>
        </pc:spChg>
      </pc:sldChg>
      <pc:sldChg chg="delSp modSp new mod">
        <pc:chgData name="Peter Maher" userId="3902fb71-057a-4fd2-b609-84cb1596fd1b" providerId="ADAL" clId="{969208F5-34AA-486E-9531-5CD26A76C571}" dt="2026-10-16T21:14:30.077" v="1293" actId="20577"/>
        <pc:sldMkLst>
          <pc:docMk/>
          <pc:sldMk cId="24848485" sldId="345"/>
        </pc:sldMkLst>
        <pc:spChg chg="del">
          <ac:chgData name="Peter Maher" userId="3902fb71-057a-4fd2-b609-84cb1596fd1b" providerId="ADAL" clId="{969208F5-34AA-486E-9531-5CD26A76C571}" dt="2026-10-16T20:51:50.601" v="17" actId="478"/>
          <ac:spMkLst>
            <pc:docMk/>
            <pc:sldMk cId="24848485" sldId="345"/>
            <ac:spMk id="2" creationId="{E9D74011-E4A2-3A3C-9E92-68D687C544D0}"/>
          </ac:spMkLst>
        </pc:spChg>
        <pc:spChg chg="mod">
          <ac:chgData name="Peter Maher" userId="3902fb71-057a-4fd2-b609-84cb1596fd1b" providerId="ADAL" clId="{969208F5-34AA-486E-9531-5CD26A76C571}" dt="2026-10-16T21:14:30.077" v="1293" actId="20577"/>
          <ac:spMkLst>
            <pc:docMk/>
            <pc:sldMk cId="24848485" sldId="345"/>
            <ac:spMk id="3" creationId="{DB272608-EEF7-C88F-356B-CE721CB9E996}"/>
          </ac:spMkLst>
        </pc:spChg>
      </pc:sldChg>
      <pc:sldChg chg="del">
        <pc:chgData name="Peter Maher" userId="3902fb71-057a-4fd2-b609-84cb1596fd1b" providerId="ADAL" clId="{969208F5-34AA-486E-9531-5CD26A76C571}" dt="2026-10-16T20:44:14.743" v="13" actId="47"/>
        <pc:sldMkLst>
          <pc:docMk/>
          <pc:sldMk cId="3918282934" sldId="345"/>
        </pc:sldMkLst>
      </pc:sldChg>
      <pc:sldChg chg="modSp new mod">
        <pc:chgData name="Peter Maher" userId="3902fb71-057a-4fd2-b609-84cb1596fd1b" providerId="ADAL" clId="{969208F5-34AA-486E-9531-5CD26A76C571}" dt="2026-10-16T21:53:31.777" v="2757" actId="20577"/>
        <pc:sldMkLst>
          <pc:docMk/>
          <pc:sldMk cId="2429525780" sldId="346"/>
        </pc:sldMkLst>
        <pc:spChg chg="mod">
          <ac:chgData name="Peter Maher" userId="3902fb71-057a-4fd2-b609-84cb1596fd1b" providerId="ADAL" clId="{969208F5-34AA-486E-9531-5CD26A76C571}" dt="2026-10-16T20:56:25.945" v="255" actId="20577"/>
          <ac:spMkLst>
            <pc:docMk/>
            <pc:sldMk cId="2429525780" sldId="346"/>
            <ac:spMk id="2" creationId="{0048BAC8-76A0-093E-DF79-1973B6CEFEE9}"/>
          </ac:spMkLst>
        </pc:spChg>
        <pc:spChg chg="mod">
          <ac:chgData name="Peter Maher" userId="3902fb71-057a-4fd2-b609-84cb1596fd1b" providerId="ADAL" clId="{969208F5-34AA-486E-9531-5CD26A76C571}" dt="2026-10-16T21:53:31.777" v="2757" actId="20577"/>
          <ac:spMkLst>
            <pc:docMk/>
            <pc:sldMk cId="2429525780" sldId="346"/>
            <ac:spMk id="3" creationId="{C1491761-CCBC-D085-74D2-A090D86703BD}"/>
          </ac:spMkLst>
        </pc:spChg>
      </pc:sldChg>
      <pc:sldChg chg="modSp new del mod">
        <pc:chgData name="Peter Maher" userId="3902fb71-057a-4fd2-b609-84cb1596fd1b" providerId="ADAL" clId="{969208F5-34AA-486E-9531-5CD26A76C571}" dt="2026-10-16T21:25:18.939" v="1572" actId="47"/>
        <pc:sldMkLst>
          <pc:docMk/>
          <pc:sldMk cId="3807867475" sldId="347"/>
        </pc:sldMkLst>
        <pc:spChg chg="mod">
          <ac:chgData name="Peter Maher" userId="3902fb71-057a-4fd2-b609-84cb1596fd1b" providerId="ADAL" clId="{969208F5-34AA-486E-9531-5CD26A76C571}" dt="2026-10-16T20:58:42.905" v="268" actId="20577"/>
          <ac:spMkLst>
            <pc:docMk/>
            <pc:sldMk cId="3807867475" sldId="347"/>
            <ac:spMk id="2" creationId="{0C5886A6-48CB-3770-4553-59D7B8BB0C77}"/>
          </ac:spMkLst>
        </pc:spChg>
        <pc:spChg chg="mod">
          <ac:chgData name="Peter Maher" userId="3902fb71-057a-4fd2-b609-84cb1596fd1b" providerId="ADAL" clId="{969208F5-34AA-486E-9531-5CD26A76C571}" dt="2026-10-16T21:16:18.718" v="1413" actId="20577"/>
          <ac:spMkLst>
            <pc:docMk/>
            <pc:sldMk cId="3807867475" sldId="347"/>
            <ac:spMk id="3" creationId="{4CB16386-2389-C27D-D162-D92F121D6A95}"/>
          </ac:spMkLst>
        </pc:spChg>
      </pc:sldChg>
      <pc:sldChg chg="modSp new del mod">
        <pc:chgData name="Peter Maher" userId="3902fb71-057a-4fd2-b609-84cb1596fd1b" providerId="ADAL" clId="{969208F5-34AA-486E-9531-5CD26A76C571}" dt="2026-10-16T21:16:22.677" v="1414" actId="47"/>
        <pc:sldMkLst>
          <pc:docMk/>
          <pc:sldMk cId="1846722909" sldId="348"/>
        </pc:sldMkLst>
        <pc:spChg chg="mod">
          <ac:chgData name="Peter Maher" userId="3902fb71-057a-4fd2-b609-84cb1596fd1b" providerId="ADAL" clId="{969208F5-34AA-486E-9531-5CD26A76C571}" dt="2026-10-16T21:03:05.284" v="403" actId="20577"/>
          <ac:spMkLst>
            <pc:docMk/>
            <pc:sldMk cId="1846722909" sldId="348"/>
            <ac:spMk id="2" creationId="{C240F0F3-A59C-35E4-F8F6-20C6D0E0515B}"/>
          </ac:spMkLst>
        </pc:spChg>
      </pc:sldChg>
      <pc:sldChg chg="modSp new del mod">
        <pc:chgData name="Peter Maher" userId="3902fb71-057a-4fd2-b609-84cb1596fd1b" providerId="ADAL" clId="{969208F5-34AA-486E-9531-5CD26A76C571}" dt="2026-10-16T21:32:01.079" v="2079" actId="47"/>
        <pc:sldMkLst>
          <pc:docMk/>
          <pc:sldMk cId="764682423" sldId="349"/>
        </pc:sldMkLst>
        <pc:spChg chg="mod">
          <ac:chgData name="Peter Maher" userId="3902fb71-057a-4fd2-b609-84cb1596fd1b" providerId="ADAL" clId="{969208F5-34AA-486E-9531-5CD26A76C571}" dt="2026-10-16T21:04:33.569" v="427" actId="20577"/>
          <ac:spMkLst>
            <pc:docMk/>
            <pc:sldMk cId="764682423" sldId="349"/>
            <ac:spMk id="2" creationId="{6AFDCC86-C78A-31A4-2579-3EC934B16484}"/>
          </ac:spMkLst>
        </pc:spChg>
      </pc:sldChg>
      <pc:sldChg chg="delSp modSp new mod ord">
        <pc:chgData name="Peter Maher" userId="3902fb71-057a-4fd2-b609-84cb1596fd1b" providerId="ADAL" clId="{969208F5-34AA-486E-9531-5CD26A76C571}" dt="2026-10-16T21:11:40.622" v="1046" actId="20577"/>
        <pc:sldMkLst>
          <pc:docMk/>
          <pc:sldMk cId="1579026417" sldId="350"/>
        </pc:sldMkLst>
        <pc:spChg chg="del">
          <ac:chgData name="Peter Maher" userId="3902fb71-057a-4fd2-b609-84cb1596fd1b" providerId="ADAL" clId="{969208F5-34AA-486E-9531-5CD26A76C571}" dt="2026-10-16T21:04:41.729" v="429" actId="478"/>
          <ac:spMkLst>
            <pc:docMk/>
            <pc:sldMk cId="1579026417" sldId="350"/>
            <ac:spMk id="2" creationId="{E713C26A-6E79-B2DD-A5B1-FC95E98BC9D5}"/>
          </ac:spMkLst>
        </pc:spChg>
        <pc:spChg chg="mod">
          <ac:chgData name="Peter Maher" userId="3902fb71-057a-4fd2-b609-84cb1596fd1b" providerId="ADAL" clId="{969208F5-34AA-486E-9531-5CD26A76C571}" dt="2026-10-16T21:11:40.622" v="1046" actId="20577"/>
          <ac:spMkLst>
            <pc:docMk/>
            <pc:sldMk cId="1579026417" sldId="350"/>
            <ac:spMk id="3" creationId="{646D36A1-FDBA-6103-D4B8-E9B53D7C5957}"/>
          </ac:spMkLst>
        </pc:spChg>
      </pc:sldChg>
      <pc:sldChg chg="delSp modSp new mod">
        <pc:chgData name="Peter Maher" userId="3902fb71-057a-4fd2-b609-84cb1596fd1b" providerId="ADAL" clId="{969208F5-34AA-486E-9531-5CD26A76C571}" dt="2026-10-16T21:10:24.782" v="1039" actId="20577"/>
        <pc:sldMkLst>
          <pc:docMk/>
          <pc:sldMk cId="1450581484" sldId="351"/>
        </pc:sldMkLst>
        <pc:spChg chg="del">
          <ac:chgData name="Peter Maher" userId="3902fb71-057a-4fd2-b609-84cb1596fd1b" providerId="ADAL" clId="{969208F5-34AA-486E-9531-5CD26A76C571}" dt="2026-10-16T21:07:53.470" v="768" actId="478"/>
          <ac:spMkLst>
            <pc:docMk/>
            <pc:sldMk cId="1450581484" sldId="351"/>
            <ac:spMk id="2" creationId="{42CE7C91-73F0-D875-1320-6F3BCD0D4D95}"/>
          </ac:spMkLst>
        </pc:spChg>
        <pc:spChg chg="mod">
          <ac:chgData name="Peter Maher" userId="3902fb71-057a-4fd2-b609-84cb1596fd1b" providerId="ADAL" clId="{969208F5-34AA-486E-9531-5CD26A76C571}" dt="2026-10-16T21:10:24.782" v="1039" actId="20577"/>
          <ac:spMkLst>
            <pc:docMk/>
            <pc:sldMk cId="1450581484" sldId="351"/>
            <ac:spMk id="3" creationId="{BA260F64-AD56-6750-963A-8719CFD3CFB8}"/>
          </ac:spMkLst>
        </pc:spChg>
      </pc:sldChg>
      <pc:sldChg chg="modSp new mod">
        <pc:chgData name="Peter Maher" userId="3902fb71-057a-4fd2-b609-84cb1596fd1b" providerId="ADAL" clId="{969208F5-34AA-486E-9531-5CD26A76C571}" dt="2026-10-16T21:53:13.826" v="2756" actId="20577"/>
        <pc:sldMkLst>
          <pc:docMk/>
          <pc:sldMk cId="240687188" sldId="352"/>
        </pc:sldMkLst>
        <pc:spChg chg="mod">
          <ac:chgData name="Peter Maher" userId="3902fb71-057a-4fd2-b609-84cb1596fd1b" providerId="ADAL" clId="{969208F5-34AA-486E-9531-5CD26A76C571}" dt="2026-10-16T21:13:32.957" v="1210" actId="20577"/>
          <ac:spMkLst>
            <pc:docMk/>
            <pc:sldMk cId="240687188" sldId="352"/>
            <ac:spMk id="2" creationId="{642A4161-BA5B-9E94-992E-C89C811A0535}"/>
          </ac:spMkLst>
        </pc:spChg>
        <pc:spChg chg="mod">
          <ac:chgData name="Peter Maher" userId="3902fb71-057a-4fd2-b609-84cb1596fd1b" providerId="ADAL" clId="{969208F5-34AA-486E-9531-5CD26A76C571}" dt="2026-10-16T21:53:13.826" v="2756" actId="20577"/>
          <ac:spMkLst>
            <pc:docMk/>
            <pc:sldMk cId="240687188" sldId="352"/>
            <ac:spMk id="3" creationId="{CF6F6D45-D9C3-51CE-6F92-35657A673824}"/>
          </ac:spMkLst>
        </pc:spChg>
      </pc:sldChg>
      <pc:sldChg chg="modSp new mod">
        <pc:chgData name="Peter Maher" userId="3902fb71-057a-4fd2-b609-84cb1596fd1b" providerId="ADAL" clId="{969208F5-34AA-486E-9531-5CD26A76C571}" dt="2026-10-16T21:29:36.642" v="2025" actId="20577"/>
        <pc:sldMkLst>
          <pc:docMk/>
          <pc:sldMk cId="2612757846" sldId="353"/>
        </pc:sldMkLst>
        <pc:spChg chg="mod">
          <ac:chgData name="Peter Maher" userId="3902fb71-057a-4fd2-b609-84cb1596fd1b" providerId="ADAL" clId="{969208F5-34AA-486E-9531-5CD26A76C571}" dt="2026-10-16T21:25:41.604" v="1592" actId="20577"/>
          <ac:spMkLst>
            <pc:docMk/>
            <pc:sldMk cId="2612757846" sldId="353"/>
            <ac:spMk id="2" creationId="{165C9E11-5C30-E0F1-7E45-A21ED9E36FAC}"/>
          </ac:spMkLst>
        </pc:spChg>
        <pc:spChg chg="mod">
          <ac:chgData name="Peter Maher" userId="3902fb71-057a-4fd2-b609-84cb1596fd1b" providerId="ADAL" clId="{969208F5-34AA-486E-9531-5CD26A76C571}" dt="2026-10-16T21:29:36.642" v="2025" actId="20577"/>
          <ac:spMkLst>
            <pc:docMk/>
            <pc:sldMk cId="2612757846" sldId="353"/>
            <ac:spMk id="3" creationId="{435FD340-0358-952B-0FA1-D99DF0F3BC9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A581FB39-B93E-4D1D-B2EC-69D8FD2C063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75A51DA5-B689-4969-B0C7-601693809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828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51DA5-B689-4969-B0C7-6016938098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96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51DA5-B689-4969-B0C7-6016938098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62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51DA5-B689-4969-B0C7-6016938098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21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second </a:t>
            </a:r>
            <a:r>
              <a:rPr lang="en-US"/>
              <a:t>= 1 </a:t>
            </a:r>
            <a:r>
              <a:rPr lang="en-US" dirty="0"/>
              <a:t>million microseconds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51DA5-B689-4969-B0C7-6016938098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10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B2534-37D1-45D7-866A-F8E5C5C18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96730-822B-4D22-878B-41B5B2C32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FA313-B7A3-4968-B6C1-1F95E4D04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098A-4E75-4A57-9656-149F3EB6126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2FDA5-047D-4EA6-8E5A-41B9382C0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2BD1A-2B61-4D5F-9683-979644900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CEC9-E343-4094-98C2-8BFDF834F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91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6BFCE-D60F-400F-93DE-167494E24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48740-4C07-48A3-A362-152CFD7B5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0DAA3-3CA3-49F4-AD1C-161247A72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098A-4E75-4A57-9656-149F3EB6126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938D8-1C15-4E3F-8141-BC9B607D6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6C8EC-A19F-424B-9E0A-B2CEC7908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CEC9-E343-4094-98C2-8BFDF834F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11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63C9-E9DE-43AD-A440-4B690CFFF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AAC30-8FEE-4A8A-A7E8-B5D042D84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DD914-CAFD-495E-A86D-66FFABD9D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098A-4E75-4A57-9656-149F3EB6126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7A8FE-E8BB-46FC-BA3B-27FC6EB67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F3458-2A6F-42F3-B535-8E1A5150F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CEC9-E343-4094-98C2-8BFDF834F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66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554B4-1659-4B22-91CC-95EBD85A1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0077-68E1-41CA-84EC-8E2ABBB0C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D5C92-25FC-455E-AA68-3C2F8A1B8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33A15-1C88-4F87-B9F4-AD8CE1181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098A-4E75-4A57-9656-149F3EB6126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B1D4A-7484-460D-B3AC-5894FE5D8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FB664-914A-49E1-B4FD-23FB48888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CEC9-E343-4094-98C2-8BFDF834F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6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33599-DE54-45F3-9D7B-9F6BE7349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70889-2D6D-45BE-8882-0CE99C23C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1D01D-3EAB-482C-90D3-5D6BC207A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07D754-6BCF-4A26-BAEB-FDF6BDDCE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D00C12-09E7-49AC-BEDD-17F60FD525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A5B9A3-BCCF-4633-B710-33B7EDE63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098A-4E75-4A57-9656-149F3EB6126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725ADB-949E-4155-92EF-CB031C493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D49E61-C301-4E9D-A89A-8F284E6CE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CEC9-E343-4094-98C2-8BFDF834F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38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7CD74-A7B3-46B3-A6C5-F397BD8A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F202C-488C-4F89-9A0D-E75F81394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098A-4E75-4A57-9656-149F3EB6126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E84038-F9DB-4C11-A8A0-BCC31A60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6AD7B7-03E5-48DF-B7EA-A3A08EB13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CEC9-E343-4094-98C2-8BFDF834F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222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4B1659-B573-46D1-A8A4-8AC352F2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098A-4E75-4A57-9656-149F3EB6126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47CB7E-E8E9-4C4D-B402-11DE9BB5A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0DCAC-96FD-4175-9693-48784598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CEC9-E343-4094-98C2-8BFDF834F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81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0E37E-385D-4E66-9490-D9A95A1AC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0C01A-6D2D-4D63-B122-7C029FA1E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F9BE7-8E33-4BC2-8076-A2BEAC2B8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646AE-114B-46D3-8666-B4F1F8B6C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098A-4E75-4A57-9656-149F3EB6126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10D62-E4F0-41C6-92B7-5A7F27EB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E1983-B858-463A-A2AA-EE220E7A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CEC9-E343-4094-98C2-8BFDF834F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C142-7E00-4FDA-8B29-BDD3123BC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7F1E9B-1F51-4120-A5E4-1DDB730AC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52CDB-38BD-43BB-A23A-BC181E902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C74C9-D563-408D-8BC1-324393E13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098A-4E75-4A57-9656-149F3EB6126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AFFD7-DD86-4FF0-90F4-E9591E9B5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6AD71-4EE3-419E-BEDB-23247A555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CEC9-E343-4094-98C2-8BFDF834F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842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EA5EB-949B-48EF-9BA5-88534C864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A8E1B-2924-497A-9329-6BFC25FF7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0976C-C0E8-46B8-B661-5ECF4A39C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098A-4E75-4A57-9656-149F3EB6126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06C0E-84C9-407D-B38C-97D0AB8C7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0BCCE-7886-461F-816E-519B2BA9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CEC9-E343-4094-98C2-8BFDF834F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40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3E3D3F-A4C0-48C6-B444-AF5673815B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58B5CE-081C-49CB-B690-88A3FDDF9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2289C-E8F8-408A-8A98-6A06EF45A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098A-4E75-4A57-9656-149F3EB6126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E4748-FAD0-402D-A3B0-60E349AA9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ACE9D-79C1-4B74-B927-CB2D30146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8CEC9-E343-4094-98C2-8BFDF834F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12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5081DF-774F-4AEC-A024-07DC77308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74DFF-16E5-4732-B990-6EF31F618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A28AB-CBCA-4A88-A155-CD20117120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1098A-4E75-4A57-9656-149F3EB6126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A5A66-AC18-4694-BE52-24BA380449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CE1AB-A7A4-42D3-887A-5757D11A2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8CEC9-E343-4094-98C2-8BFDF834F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9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84784-AEB8-4906-8AC8-F5FB07BE51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Sorting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243EE6-5694-42F2-91E8-F35BFB380F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3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6A26B-B6D0-4483-8155-E43C71A68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E4B6A-A809-4553-9223-813B392AD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randomly-ordered collection, there are common requirements to modify the order – either ascending or descending</a:t>
            </a:r>
          </a:p>
          <a:p>
            <a:r>
              <a:rPr lang="en-US" dirty="0"/>
              <a:t>Some algorithms can be applied to arrays, some to linked lists (some are suitable for both)</a:t>
            </a:r>
          </a:p>
          <a:p>
            <a:r>
              <a:rPr lang="en-US" dirty="0"/>
              <a:t>There are many ways to sort, and the ‘Merge Sort’ algorithm is mentioned in the next few slides</a:t>
            </a:r>
          </a:p>
        </p:txBody>
      </p:sp>
    </p:spTree>
    <p:extLst>
      <p:ext uri="{BB962C8B-B14F-4D97-AF65-F5344CB8AC3E}">
        <p14:creationId xmlns:p14="http://schemas.microsoft.com/office/powerpoint/2010/main" val="247061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4EB47-0CB7-4831-88F6-2FE5EA70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5484-7174-4AD4-867A-066D9855F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be applied to arrays and/or linked lists</a:t>
            </a:r>
          </a:p>
          <a:p>
            <a:r>
              <a:rPr lang="en-US" dirty="0"/>
              <a:t>Will discuss the implementation for arrays</a:t>
            </a:r>
          </a:p>
          <a:p>
            <a:r>
              <a:rPr lang="en-US" dirty="0"/>
              <a:t>In C++ a ‘Vector’ can be used</a:t>
            </a:r>
          </a:p>
          <a:p>
            <a:r>
              <a:rPr lang="en-US" dirty="0"/>
              <a:t>A ‘Vector’ is an array provided by C++</a:t>
            </a:r>
          </a:p>
          <a:p>
            <a:r>
              <a:rPr lang="en-US" dirty="0"/>
              <a:t>It can be of any size, and of any type</a:t>
            </a:r>
          </a:p>
          <a:p>
            <a:r>
              <a:rPr lang="en-US" dirty="0"/>
              <a:t>A ‘Vector’ can be created as: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vector&lt;int&gt; data = { 5, 2, 8, 1, 9};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315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C9E11-5C30-E0F1-7E45-A21ED9E36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an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FD340-0358-952B-0FA1-D99DF0F3B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Something important in many programming languages is to be able to determine the time taken for a certain algorithm to be completed</a:t>
            </a:r>
          </a:p>
          <a:p>
            <a:r>
              <a:rPr lang="en-US" dirty="0"/>
              <a:t>For example, if an algorithm is going to sort a list of values into ascending order, we might want to know how long it will take to execute</a:t>
            </a:r>
          </a:p>
          <a:p>
            <a:r>
              <a:rPr lang="en-US" dirty="0"/>
              <a:t>In C++, the library ‘chrono’ will be included to enable timing to be determined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5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9532A-A2A4-4C0D-A73F-C35280D01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an Algorithm in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C2CAD-2942-4797-AC86-2663A2388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500" dirty="0"/>
              <a:t>#include &lt;chrono&gt;</a:t>
            </a:r>
          </a:p>
          <a:p>
            <a:pPr marL="0" indent="0">
              <a:buNone/>
            </a:pPr>
            <a:r>
              <a:rPr lang="en-US" sz="2500" dirty="0"/>
              <a:t>using namespace chrono;</a:t>
            </a:r>
          </a:p>
          <a:p>
            <a:pPr marL="0" indent="0">
              <a:buNone/>
            </a:pPr>
            <a:r>
              <a:rPr lang="en-US" sz="2500" dirty="0"/>
              <a:t>	// Randomly populate an ‘int’ array of a certain size</a:t>
            </a:r>
          </a:p>
          <a:p>
            <a:pPr marL="0" indent="0">
              <a:buNone/>
            </a:pPr>
            <a:r>
              <a:rPr lang="en-US" sz="2500" dirty="0"/>
              <a:t>auto start = </a:t>
            </a:r>
            <a:r>
              <a:rPr lang="en-US" sz="2500" dirty="0" err="1"/>
              <a:t>high_resolution_clock</a:t>
            </a:r>
            <a:r>
              <a:rPr lang="en-US" sz="2500" dirty="0"/>
              <a:t>::now();</a:t>
            </a:r>
          </a:p>
          <a:p>
            <a:pPr marL="0" indent="0">
              <a:buNone/>
            </a:pPr>
            <a:r>
              <a:rPr lang="en-US" sz="2500" dirty="0"/>
              <a:t>	// Sorting process is now complete</a:t>
            </a:r>
          </a:p>
          <a:p>
            <a:pPr marL="0" indent="0">
              <a:buNone/>
            </a:pPr>
            <a:r>
              <a:rPr lang="en-US" sz="2500" dirty="0"/>
              <a:t>auto stop = </a:t>
            </a:r>
            <a:r>
              <a:rPr lang="en-US" sz="2500" dirty="0" err="1"/>
              <a:t>high_resolution_clock</a:t>
            </a:r>
            <a:r>
              <a:rPr lang="en-US" sz="2500" dirty="0"/>
              <a:t>::now();</a:t>
            </a: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500" dirty="0"/>
              <a:t>auto </a:t>
            </a:r>
            <a:r>
              <a:rPr lang="en-US" sz="2500" dirty="0" err="1"/>
              <a:t>selectionSortDuration</a:t>
            </a:r>
            <a:r>
              <a:rPr lang="en-US" sz="2500" dirty="0"/>
              <a:t> = </a:t>
            </a:r>
            <a:r>
              <a:rPr lang="en-US" sz="2500" dirty="0" err="1"/>
              <a:t>duration_cast</a:t>
            </a:r>
            <a:r>
              <a:rPr lang="en-US" sz="2500" dirty="0"/>
              <a:t>&lt;microseconds&gt;(stop - start);</a:t>
            </a: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500" dirty="0" err="1"/>
              <a:t>cout</a:t>
            </a:r>
            <a:r>
              <a:rPr lang="en-US" sz="2500" dirty="0"/>
              <a:t> &lt;&lt; "      Sort: " &lt;&lt; </a:t>
            </a:r>
            <a:r>
              <a:rPr lang="en-US" sz="2500" dirty="0" err="1"/>
              <a:t>sortDuration.count</a:t>
            </a:r>
            <a:r>
              <a:rPr lang="en-US" sz="2500" dirty="0"/>
              <a:t>() &lt;&lt; </a:t>
            </a:r>
            <a:r>
              <a:rPr lang="en-US" sz="2500" dirty="0" err="1"/>
              <a:t>endl</a:t>
            </a:r>
            <a:r>
              <a:rPr lang="en-US" sz="25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82612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8BAC8-76A0-093E-DF79-1973B6CEF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Parallel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91761-CCBC-D085-74D2-A090D8670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implement the ‘Merge Sort’ algorithm, Parallel Programming is being used in the next few slides</a:t>
            </a:r>
          </a:p>
          <a:p>
            <a:r>
              <a:rPr lang="en-US" dirty="0"/>
              <a:t>The ‘</a:t>
            </a:r>
            <a:r>
              <a:rPr lang="en-US" dirty="0" err="1"/>
              <a:t>parallelMergeSort</a:t>
            </a:r>
            <a:r>
              <a:rPr lang="en-US" dirty="0"/>
              <a:t>’ function will be a recursive function</a:t>
            </a:r>
          </a:p>
          <a:p>
            <a:r>
              <a:rPr lang="en-US" dirty="0"/>
              <a:t>Within this function it will split the vector into parts, and then recursively call the function for each of these parts</a:t>
            </a:r>
          </a:p>
          <a:p>
            <a:r>
              <a:rPr lang="en-US" dirty="0"/>
              <a:t>Parallel Programming will then be sorting the two parts during the same time – this is what is referred to by </a:t>
            </a:r>
            <a:r>
              <a:rPr lang="en-US"/>
              <a:t>‘threads</a:t>
            </a:r>
            <a:r>
              <a:rPr lang="en-US" dirty="0"/>
              <a:t>’</a:t>
            </a:r>
          </a:p>
          <a:p>
            <a:r>
              <a:rPr lang="en-US" dirty="0"/>
              <a:t>Therefore, this might be faster than the regular ‘Merge Sort’ algorithm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525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72608-EEF7-C88F-356B-CE721CB9E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"/>
            <a:ext cx="10515600" cy="645275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parallelMergeSort</a:t>
            </a:r>
            <a:r>
              <a:rPr lang="en-US" dirty="0"/>
              <a:t>(vector&lt;int&gt;&amp; </a:t>
            </a:r>
            <a:r>
              <a:rPr lang="en-US" dirty="0" err="1"/>
              <a:t>arr</a:t>
            </a:r>
            <a:r>
              <a:rPr lang="en-US" dirty="0"/>
              <a:t>, int left, int right, vector&lt;int&gt;&amp; temp) {</a:t>
            </a:r>
          </a:p>
          <a:p>
            <a:pPr marL="0" indent="0">
              <a:buNone/>
            </a:pPr>
            <a:r>
              <a:rPr lang="en-US" dirty="0"/>
              <a:t>             if (left &gt;= right) {</a:t>
            </a:r>
          </a:p>
          <a:p>
            <a:pPr marL="0" indent="0">
              <a:buNone/>
            </a:pPr>
            <a:r>
              <a:rPr lang="en-US" dirty="0"/>
              <a:t>       	        return;</a:t>
            </a:r>
          </a:p>
          <a:p>
            <a:pPr marL="0" indent="0">
              <a:buNone/>
            </a:pPr>
            <a:r>
              <a:rPr lang="en-US" dirty="0"/>
              <a:t>             }</a:t>
            </a:r>
          </a:p>
          <a:p>
            <a:pPr marL="0" indent="0">
              <a:buNone/>
            </a:pPr>
            <a:r>
              <a:rPr lang="en-US" dirty="0"/>
              <a:t>            // If the subarray size is below the threshold, use sequential sort</a:t>
            </a:r>
          </a:p>
          <a:p>
            <a:pPr marL="0" indent="0">
              <a:buNone/>
            </a:pPr>
            <a:r>
              <a:rPr lang="en-US" dirty="0"/>
              <a:t>            if (right - left + 1 &lt; THRESHOLD) {</a:t>
            </a:r>
          </a:p>
          <a:p>
            <a:pPr marL="0" indent="0">
              <a:buNone/>
            </a:pPr>
            <a:r>
              <a:rPr lang="en-US" dirty="0"/>
              <a:t>        	        std::sort(</a:t>
            </a:r>
            <a:r>
              <a:rPr lang="en-US" dirty="0" err="1"/>
              <a:t>arr.begin</a:t>
            </a:r>
            <a:r>
              <a:rPr lang="en-US" dirty="0"/>
              <a:t>() + left, </a:t>
            </a:r>
            <a:r>
              <a:rPr lang="en-US" dirty="0" err="1"/>
              <a:t>arr.begin</a:t>
            </a:r>
            <a:r>
              <a:rPr lang="en-US" dirty="0"/>
              <a:t>() + right + 1);</a:t>
            </a:r>
          </a:p>
          <a:p>
            <a:pPr marL="0" indent="0">
              <a:buNone/>
            </a:pPr>
            <a:r>
              <a:rPr lang="en-US" dirty="0"/>
              <a:t>        	        return;</a:t>
            </a:r>
          </a:p>
          <a:p>
            <a:pPr marL="0" indent="0">
              <a:buNone/>
            </a:pPr>
            <a:r>
              <a:rPr lang="en-US" dirty="0"/>
              <a:t>            }</a:t>
            </a:r>
          </a:p>
          <a:p>
            <a:pPr marL="0" indent="0">
              <a:buNone/>
            </a:pPr>
            <a:r>
              <a:rPr lang="en-US" dirty="0"/>
              <a:t>            int mid = left + (right - left) / 2;</a:t>
            </a:r>
          </a:p>
          <a:p>
            <a:pPr marL="0" indent="0">
              <a:buNone/>
            </a:pPr>
            <a:r>
              <a:rPr lang="en-US" dirty="0"/>
              <a:t>            // Parallelize the recursive calls for sorting left and right halves</a:t>
            </a:r>
          </a:p>
          <a:p>
            <a:pPr marL="0" indent="0">
              <a:buNone/>
            </a:pPr>
            <a:r>
              <a:rPr lang="en-US" dirty="0"/>
              <a:t>           #pragma </a:t>
            </a:r>
            <a:r>
              <a:rPr lang="en-US" dirty="0" err="1"/>
              <a:t>omp</a:t>
            </a:r>
            <a:r>
              <a:rPr lang="en-US" dirty="0"/>
              <a:t> task shared(</a:t>
            </a:r>
            <a:r>
              <a:rPr lang="en-US" dirty="0" err="1"/>
              <a:t>arr</a:t>
            </a:r>
            <a:r>
              <a:rPr lang="en-US" dirty="0"/>
              <a:t>, temp)</a:t>
            </a:r>
          </a:p>
          <a:p>
            <a:pPr marL="0" indent="0">
              <a:buNone/>
            </a:pPr>
            <a:r>
              <a:rPr lang="en-US" dirty="0"/>
              <a:t>           </a:t>
            </a:r>
            <a:r>
              <a:rPr lang="en-US" dirty="0" err="1"/>
              <a:t>parallelMergeSort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left, mid, temp);</a:t>
            </a:r>
          </a:p>
          <a:p>
            <a:pPr marL="0" indent="0">
              <a:buNone/>
            </a:pPr>
            <a:r>
              <a:rPr lang="en-US" dirty="0"/>
              <a:t>           #pragma </a:t>
            </a:r>
            <a:r>
              <a:rPr lang="en-US" dirty="0" err="1"/>
              <a:t>omp</a:t>
            </a:r>
            <a:r>
              <a:rPr lang="en-US" dirty="0"/>
              <a:t> task shared(</a:t>
            </a:r>
            <a:r>
              <a:rPr lang="en-US" dirty="0" err="1"/>
              <a:t>arr</a:t>
            </a:r>
            <a:r>
              <a:rPr lang="en-US" dirty="0"/>
              <a:t>, temp)</a:t>
            </a:r>
          </a:p>
          <a:p>
            <a:pPr marL="0" indent="0">
              <a:buNone/>
            </a:pPr>
            <a:r>
              <a:rPr lang="en-US" dirty="0"/>
              <a:t>           </a:t>
            </a:r>
            <a:r>
              <a:rPr lang="en-US" dirty="0" err="1"/>
              <a:t>parallelMergeSort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mid + 1, right, temp);</a:t>
            </a:r>
          </a:p>
          <a:p>
            <a:pPr marL="0" indent="0">
              <a:buNone/>
            </a:pPr>
            <a:r>
              <a:rPr lang="en-US" dirty="0"/>
              <a:t>           #pragma </a:t>
            </a:r>
            <a:r>
              <a:rPr lang="en-US" dirty="0" err="1"/>
              <a:t>omp</a:t>
            </a:r>
            <a:r>
              <a:rPr lang="en-US" dirty="0"/>
              <a:t> </a:t>
            </a:r>
            <a:r>
              <a:rPr lang="en-US" dirty="0" err="1"/>
              <a:t>taskwait</a:t>
            </a:r>
            <a:r>
              <a:rPr lang="en-US" dirty="0"/>
              <a:t> // Wait for both tasks to complete before merging</a:t>
            </a:r>
          </a:p>
          <a:p>
            <a:pPr marL="0" indent="0">
              <a:buNone/>
            </a:pPr>
            <a:r>
              <a:rPr lang="en-US" dirty="0"/>
              <a:t>           merge(</a:t>
            </a:r>
            <a:r>
              <a:rPr lang="en-US" dirty="0" err="1"/>
              <a:t>arr</a:t>
            </a:r>
            <a:r>
              <a:rPr lang="en-US" dirty="0"/>
              <a:t>, left, mid, right, temp);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48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D36A1-FDBA-6103-D4B8-E9B53D7C5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73"/>
            <a:ext cx="10515600" cy="638001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void merge(vector&lt;int&gt;&amp; </a:t>
            </a:r>
            <a:r>
              <a:rPr lang="en-US" dirty="0" err="1"/>
              <a:t>arr</a:t>
            </a:r>
            <a:r>
              <a:rPr lang="en-US" dirty="0"/>
              <a:t>, int left, int mid, int right, vector&lt;int&gt;&amp; temp) {</a:t>
            </a:r>
          </a:p>
          <a:p>
            <a:pPr marL="0" indent="0">
              <a:buNone/>
            </a:pPr>
            <a:r>
              <a:rPr lang="en-US" dirty="0"/>
              <a:t>              int </a:t>
            </a:r>
            <a:r>
              <a:rPr lang="en-US" dirty="0" err="1"/>
              <a:t>i</a:t>
            </a:r>
            <a:r>
              <a:rPr lang="en-US" dirty="0"/>
              <a:t> = left;</a:t>
            </a:r>
          </a:p>
          <a:p>
            <a:pPr marL="0" indent="0">
              <a:buNone/>
            </a:pPr>
            <a:r>
              <a:rPr lang="en-US" dirty="0"/>
              <a:t>              int j = mid + 1;</a:t>
            </a:r>
          </a:p>
          <a:p>
            <a:pPr marL="0" indent="0">
              <a:buNone/>
            </a:pPr>
            <a:r>
              <a:rPr lang="en-US" dirty="0"/>
              <a:t>              int k = left;</a:t>
            </a:r>
          </a:p>
          <a:p>
            <a:pPr marL="0" indent="0">
              <a:buNone/>
            </a:pPr>
            <a:r>
              <a:rPr lang="en-US" dirty="0"/>
              <a:t>              while (</a:t>
            </a:r>
            <a:r>
              <a:rPr lang="en-US" dirty="0" err="1"/>
              <a:t>i</a:t>
            </a:r>
            <a:r>
              <a:rPr lang="en-US" dirty="0"/>
              <a:t> &lt;= mid &amp;&amp; j &lt;= right) {</a:t>
            </a:r>
          </a:p>
          <a:p>
            <a:pPr marL="0" indent="0">
              <a:buNone/>
            </a:pPr>
            <a:r>
              <a:rPr lang="en-US" dirty="0"/>
              <a:t>                           if (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&lt;= </a:t>
            </a:r>
            <a:r>
              <a:rPr lang="en-US" dirty="0" err="1"/>
              <a:t>arr</a:t>
            </a:r>
            <a:r>
              <a:rPr lang="en-US" dirty="0"/>
              <a:t>[j]) {</a:t>
            </a:r>
          </a:p>
          <a:p>
            <a:pPr marL="0" indent="0">
              <a:buNone/>
            </a:pPr>
            <a:r>
              <a:rPr lang="en-US" dirty="0"/>
              <a:t>                                        temp[k++] 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++];</a:t>
            </a:r>
          </a:p>
          <a:p>
            <a:pPr marL="0" indent="0">
              <a:buNone/>
            </a:pPr>
            <a:r>
              <a:rPr lang="en-US" dirty="0"/>
              <a:t>                           }</a:t>
            </a:r>
          </a:p>
          <a:p>
            <a:pPr marL="0" indent="0">
              <a:buNone/>
            </a:pPr>
            <a:r>
              <a:rPr lang="en-US" dirty="0"/>
              <a:t>                           else {</a:t>
            </a:r>
          </a:p>
          <a:p>
            <a:pPr marL="0" indent="0">
              <a:buNone/>
            </a:pPr>
            <a:r>
              <a:rPr lang="en-US" dirty="0"/>
              <a:t>                                        temp[k++] 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j++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                           }</a:t>
            </a:r>
          </a:p>
          <a:p>
            <a:pPr marL="0" indent="0">
              <a:buNone/>
            </a:pPr>
            <a:r>
              <a:rPr lang="en-US" dirty="0"/>
              <a:t>               }</a:t>
            </a:r>
          </a:p>
          <a:p>
            <a:pPr marL="0" indent="0">
              <a:buNone/>
            </a:pPr>
            <a:r>
              <a:rPr lang="en-US" dirty="0"/>
              <a:t>               while (</a:t>
            </a:r>
            <a:r>
              <a:rPr lang="en-US" dirty="0" err="1"/>
              <a:t>i</a:t>
            </a:r>
            <a:r>
              <a:rPr lang="en-US" dirty="0"/>
              <a:t> &lt;= mid) {</a:t>
            </a:r>
          </a:p>
          <a:p>
            <a:pPr marL="0" indent="0">
              <a:buNone/>
            </a:pPr>
            <a:r>
              <a:rPr lang="en-US" dirty="0"/>
              <a:t>                            temp[k++] 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++];</a:t>
            </a:r>
          </a:p>
          <a:p>
            <a:pPr marL="0" indent="0">
              <a:buNone/>
            </a:pPr>
            <a:r>
              <a:rPr lang="en-US" dirty="0"/>
              <a:t>               }</a:t>
            </a:r>
          </a:p>
          <a:p>
            <a:pPr marL="0" indent="0">
              <a:buNone/>
            </a:pPr>
            <a:r>
              <a:rPr lang="en-US" dirty="0"/>
              <a:t>               while (j &lt;= right) {</a:t>
            </a:r>
          </a:p>
          <a:p>
            <a:pPr marL="0" indent="0">
              <a:buNone/>
            </a:pPr>
            <a:r>
              <a:rPr lang="en-US" dirty="0"/>
              <a:t>                            temp[k++] 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j++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               }</a:t>
            </a:r>
          </a:p>
          <a:p>
            <a:pPr marL="0" indent="0">
              <a:buNone/>
            </a:pPr>
            <a:r>
              <a:rPr lang="en-US" dirty="0"/>
              <a:t>               for (int </a:t>
            </a:r>
            <a:r>
              <a:rPr lang="en-US" dirty="0" err="1"/>
              <a:t>idx</a:t>
            </a:r>
            <a:r>
              <a:rPr lang="en-US" dirty="0"/>
              <a:t> = left; </a:t>
            </a:r>
            <a:r>
              <a:rPr lang="en-US" dirty="0" err="1"/>
              <a:t>idx</a:t>
            </a:r>
            <a:r>
              <a:rPr lang="en-US" dirty="0"/>
              <a:t> &lt;= right; ++</a:t>
            </a:r>
            <a:r>
              <a:rPr lang="en-US" dirty="0" err="1"/>
              <a:t>idx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                 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idx</a:t>
            </a:r>
            <a:r>
              <a:rPr lang="en-US" dirty="0"/>
              <a:t>] = temp[</a:t>
            </a:r>
            <a:r>
              <a:rPr lang="en-US" dirty="0" err="1"/>
              <a:t>idx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           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79026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A4161-BA5B-9E94-992E-C89C811A0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‘</a:t>
            </a:r>
            <a:r>
              <a:rPr lang="en-US" dirty="0" err="1"/>
              <a:t>ParallelMergeSort</a:t>
            </a:r>
            <a:r>
              <a:rPr lang="en-US" dirty="0"/>
              <a:t>’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F6D45-D9C3-51CE-6F92-35657A673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code in ‘main’ creates ‘Vector’ of ‘int’</a:t>
            </a:r>
          </a:p>
          <a:p>
            <a:r>
              <a:rPr lang="en-US" dirty="0"/>
              <a:t>Then it calls the ‘</a:t>
            </a:r>
            <a:r>
              <a:rPr lang="en-US" dirty="0" err="1"/>
              <a:t>parallelMergeSort</a:t>
            </a:r>
            <a:r>
              <a:rPr lang="en-US" dirty="0"/>
              <a:t>’ function</a:t>
            </a:r>
          </a:p>
          <a:p>
            <a:r>
              <a:rPr lang="en-US" dirty="0"/>
              <a:t>Then the vector is displayed to clarify that it is now in order</a:t>
            </a:r>
          </a:p>
        </p:txBody>
      </p:sp>
    </p:spTree>
    <p:extLst>
      <p:ext uri="{BB962C8B-B14F-4D97-AF65-F5344CB8AC3E}">
        <p14:creationId xmlns:p14="http://schemas.microsoft.com/office/powerpoint/2010/main" val="240687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60F64-AD56-6750-963A-8719CFD3C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00"/>
            <a:ext cx="10515600" cy="644236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         vector&lt;int&gt; data = { 5, 2, 8, 1, 9, 4, 7, 3, 6, 0, 10, 12, 11, 13, 15, 14 };</a:t>
            </a:r>
          </a:p>
          <a:p>
            <a:pPr marL="0" indent="0">
              <a:buNone/>
            </a:pPr>
            <a:r>
              <a:rPr lang="en-US" dirty="0"/>
              <a:t>             vector&lt;int&gt; temp(</a:t>
            </a:r>
            <a:r>
              <a:rPr lang="en-US" dirty="0" err="1"/>
              <a:t>data.size</a:t>
            </a:r>
            <a:r>
              <a:rPr lang="en-US" dirty="0"/>
              <a:t>()); // Auxiliary array for merging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dirty="0" err="1"/>
              <a:t>cout</a:t>
            </a:r>
            <a:r>
              <a:rPr lang="en-US" dirty="0"/>
              <a:t> &lt;&lt; "Original array: ";</a:t>
            </a:r>
          </a:p>
          <a:p>
            <a:pPr marL="0" indent="0">
              <a:buNone/>
            </a:pPr>
            <a:r>
              <a:rPr lang="en-US" dirty="0"/>
              <a:t>             for (int x : data) {</a:t>
            </a:r>
          </a:p>
          <a:p>
            <a:pPr marL="0" indent="0">
              <a:buNone/>
            </a:pPr>
            <a:r>
              <a:rPr lang="en-US" dirty="0"/>
              <a:t>                        </a:t>
            </a:r>
            <a:r>
              <a:rPr lang="en-US" dirty="0" err="1"/>
              <a:t>cout</a:t>
            </a:r>
            <a:r>
              <a:rPr lang="en-US" dirty="0"/>
              <a:t> &lt;&lt; x &lt;&lt; " ";</a:t>
            </a:r>
          </a:p>
          <a:p>
            <a:pPr marL="0" indent="0">
              <a:buNone/>
            </a:pPr>
            <a:r>
              <a:rPr lang="en-US" dirty="0"/>
              <a:t>             }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    // Initialize OpenMP parallel region and spawn tasks</a:t>
            </a:r>
          </a:p>
          <a:p>
            <a:pPr marL="0" indent="0">
              <a:buNone/>
            </a:pPr>
            <a:r>
              <a:rPr lang="en-US" dirty="0"/>
              <a:t>            #pragma </a:t>
            </a:r>
            <a:r>
              <a:rPr lang="en-US" dirty="0" err="1"/>
              <a:t>omp</a:t>
            </a:r>
            <a:r>
              <a:rPr lang="en-US" dirty="0"/>
              <a:t> parallel</a:t>
            </a:r>
          </a:p>
          <a:p>
            <a:pPr marL="0" indent="0">
              <a:buNone/>
            </a:pPr>
            <a:r>
              <a:rPr lang="en-US" dirty="0"/>
              <a:t>            {</a:t>
            </a:r>
          </a:p>
          <a:p>
            <a:pPr marL="0" indent="0">
              <a:buNone/>
            </a:pPr>
            <a:r>
              <a:rPr lang="en-US" dirty="0"/>
              <a:t>                       #pragma </a:t>
            </a:r>
            <a:r>
              <a:rPr lang="en-US" dirty="0" err="1"/>
              <a:t>omp</a:t>
            </a:r>
            <a:r>
              <a:rPr lang="en-US" dirty="0"/>
              <a:t> single</a:t>
            </a:r>
          </a:p>
          <a:p>
            <a:pPr marL="0" indent="0">
              <a:buNone/>
            </a:pPr>
            <a:r>
              <a:rPr lang="en-US" dirty="0"/>
              <a:t>                        </a:t>
            </a:r>
            <a:r>
              <a:rPr lang="en-US" dirty="0" err="1"/>
              <a:t>parallelMergeSort</a:t>
            </a:r>
            <a:r>
              <a:rPr lang="en-US" dirty="0"/>
              <a:t>(data, 0, </a:t>
            </a:r>
            <a:r>
              <a:rPr lang="en-US" dirty="0" err="1"/>
              <a:t>data.size</a:t>
            </a:r>
            <a:r>
              <a:rPr lang="en-US" dirty="0"/>
              <a:t>() - 1, temp);</a:t>
            </a:r>
          </a:p>
          <a:p>
            <a:pPr marL="0" indent="0">
              <a:buNone/>
            </a:pPr>
            <a:r>
              <a:rPr lang="en-US" dirty="0"/>
              <a:t>            }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"Sorted array: ";</a:t>
            </a:r>
          </a:p>
          <a:p>
            <a:pPr marL="0" indent="0">
              <a:buNone/>
            </a:pPr>
            <a:r>
              <a:rPr lang="en-US" dirty="0"/>
              <a:t>            for (int x : data) {</a:t>
            </a:r>
          </a:p>
          <a:p>
            <a:pPr marL="0" indent="0">
              <a:buNone/>
            </a:pPr>
            <a:r>
              <a:rPr lang="en-US" dirty="0"/>
              <a:t>                        </a:t>
            </a:r>
            <a:r>
              <a:rPr lang="en-US" dirty="0" err="1"/>
              <a:t>cout</a:t>
            </a:r>
            <a:r>
              <a:rPr lang="en-US" dirty="0"/>
              <a:t> &lt;&lt; x &lt;&lt; " ";</a:t>
            </a:r>
          </a:p>
          <a:p>
            <a:pPr marL="0" indent="0">
              <a:buNone/>
            </a:pPr>
            <a:r>
              <a:rPr lang="en-US" dirty="0"/>
              <a:t>            }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0581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1772</TotalTime>
  <Words>964</Words>
  <Application>Microsoft Office PowerPoint</Application>
  <PresentationFormat>Widescreen</PresentationFormat>
  <Paragraphs>106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Sorting</vt:lpstr>
      <vt:lpstr>Sorting</vt:lpstr>
      <vt:lpstr>Merge Sort</vt:lpstr>
      <vt:lpstr>Timing an Algorithm</vt:lpstr>
      <vt:lpstr>Timing an Algorithm in C++</vt:lpstr>
      <vt:lpstr>Using Parallel Programming</vt:lpstr>
      <vt:lpstr>PowerPoint Presentation</vt:lpstr>
      <vt:lpstr>PowerPoint Presentation</vt:lpstr>
      <vt:lpstr>Using the ‘ParallelMergeSort’ Algorithm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Sorting</dc:title>
  <dc:creator>Peter Maher</dc:creator>
  <cp:lastModifiedBy>Peter Maher</cp:lastModifiedBy>
  <cp:revision>32</cp:revision>
  <cp:lastPrinted>2021-04-13T20:27:52Z</cp:lastPrinted>
  <dcterms:created xsi:type="dcterms:W3CDTF">2020-08-17T21:55:09Z</dcterms:created>
  <dcterms:modified xsi:type="dcterms:W3CDTF">2026-10-16T21:53:41Z</dcterms:modified>
</cp:coreProperties>
</file>